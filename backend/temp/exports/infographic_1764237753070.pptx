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29492"/>
            <a:ext cx="8686800" cy="22845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729" y="1429492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四步产品开发流程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729" y="1805543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从需求到上线的产品开发四个关键阶段：需求分析、原型设计、开发测试、上线运营。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020" y="2948741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257" y="2783279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020" y="316873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收集和梳理用户需求、业务目标及约束条件，明确产品要解决的问题和核心价值，为后续设计与开发奠定基础。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5332" y="2948741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568" y="2783279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原型设计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5332" y="316873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根据需求输出产品原型和交互流程，设计核心功能结构与页面布局，用于验证方案可行性并与干系人对齐预期。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1644" y="2948741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4880" y="2783279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开发测试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1644" y="316873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按照原型与需求文档进行功能开发，并通过单元测试、集成测试等方式发现和修复缺陷，确保产品质量与稳定性。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955" y="2948741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1192" y="2783279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上线运营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7955" y="316873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将产品部署到正式环境，持续监控运行情况和用户反馈，进行迭代优化和运营活动，提升产品使用效果和业务指标。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