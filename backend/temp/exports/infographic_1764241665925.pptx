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image1.svg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VG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244416" y="228600"/>
            <a:ext cx="6655167" cy="468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