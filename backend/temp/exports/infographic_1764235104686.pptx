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60" b="1"/>
            </a:pPr>
            <a:r>
              <a:t>信息图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