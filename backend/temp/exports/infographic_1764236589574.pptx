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05852"/>
            <a:ext cx="8686800" cy="293179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" y="1105852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3040">
                <a:solidFill>
                  <a:srgbClr val="262626"/>
                </a:solidFill>
                <a:latin typeface="微软雅黑"/>
              </a:defRPr>
            </a:pPr>
            <a:r>
              <a:t>简单的三步流程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588452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2026">
                <a:solidFill>
                  <a:srgbClr val="5A5A5A"/>
                </a:solidFill>
                <a:latin typeface="微软雅黑"/>
              </a:defRPr>
            </a:pPr>
            <a:r>
              <a:t>这是一个包含准备、执行和总结的简单三步流程。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79" y="4792916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2533" b="1">
                <a:solidFill>
                  <a:srgbClr val="1783FF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35100" y="4580571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2026" b="1">
                <a:solidFill>
                  <a:srgbClr val="5A5A5A"/>
                </a:solidFill>
                <a:latin typeface="微软雅黑"/>
              </a:defRPr>
            </a:pPr>
            <a:r>
              <a:t>第一步：准备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1200" y="4689156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1773">
                <a:solidFill>
                  <a:srgbClr val="5A5A5A"/>
                </a:solidFill>
                <a:latin typeface="微软雅黑"/>
              </a:defRPr>
            </a:pPr>
            <a:r>
              <a:t>在正式开始之前进行前期准备工作，包括资源、计划和环境的就绪。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88479" y="4792916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2533" b="1">
                <a:solidFill>
                  <a:srgbClr val="00C9C9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6300" y="4580571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2026" b="1">
                <a:solidFill>
                  <a:srgbClr val="5A5A5A"/>
                </a:solidFill>
                <a:latin typeface="微软雅黑"/>
              </a:defRPr>
            </a:pPr>
            <a:r>
              <a:t>第二步：执行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2400" y="4689156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1773">
                <a:solidFill>
                  <a:srgbClr val="5A5A5A"/>
                </a:solidFill>
                <a:latin typeface="微软雅黑"/>
              </a:defRPr>
            </a:pPr>
            <a:r>
              <a:t>按照既定计划开展具体行动和任务实施。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79680" y="4792916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2533" b="1">
                <a:solidFill>
                  <a:srgbClr val="F0884D"/>
                </a:solidFill>
                <a:latin typeface="微软雅黑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17499" y="4580571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2026" b="1">
                <a:solidFill>
                  <a:srgbClr val="5A5A5A"/>
                </a:solidFill>
                <a:latin typeface="微软雅黑"/>
              </a:defRPr>
            </a:pPr>
            <a:r>
              <a:t>第三步：总结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93599" y="4689156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1773">
                <a:solidFill>
                  <a:srgbClr val="5A5A5A"/>
                </a:solidFill>
                <a:latin typeface="微软雅黑"/>
              </a:defRPr>
            </a:pPr>
            <a:r>
              <a:t>对执行过程和结果进行复盘，总结经验和改进点。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