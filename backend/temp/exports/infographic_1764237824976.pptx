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4416" y="228600"/>
            <a:ext cx="6655167" cy="46863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244416" y="228600"/>
            <a:ext cx="1371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PDCA循环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44416" y="598331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PDCA，即 Plan、Do、Check、Action 构成的持续改进循环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7037" y="1319307"/>
            <a:ext cx="1371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Plan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37037" y="1596606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计划阶段：明确目标、制定方案和资源安排，为后续执行打好基础。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7037" y="4267870"/>
            <a:ext cx="1371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Do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7037" y="4545168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执行阶段：按照计划落实各项任务，收集过程数据和记录关键情况。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86847" y="4267870"/>
            <a:ext cx="1371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Check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86847" y="4545168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检查阶段：对比计划与实际结果，分析偏差和问题原因，评估执行效果。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86847" y="1319307"/>
            <a:ext cx="1371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Action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86847" y="1596606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处理与改进阶段：根据检查结果采取纠正和预防措施，形成标准并进入下一轮循环。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