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5852"/>
            <a:ext cx="8686800" cy="29317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11058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040">
                <a:solidFill>
                  <a:srgbClr val="262626"/>
                </a:solidFill>
                <a:latin typeface="微软雅黑"/>
              </a:defRPr>
            </a:pPr>
            <a:r>
              <a:t>简单的三步流程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884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>
                <a:solidFill>
                  <a:srgbClr val="5A5A5A"/>
                </a:solidFill>
                <a:latin typeface="微软雅黑"/>
              </a:defRPr>
            </a:pPr>
            <a:r>
              <a:t>包含准备、执行和总结三个阶段的基础流程示例。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1783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11058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第一步：准备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005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在执行任务前进行必要的准备工作，包括资料收集、计划制定和资源确认。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00C9C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420" y="11058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第二步：执行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6005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按照既定计划开展具体行动，落实各项任务和步骤。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3181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F0884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" y="11058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第三步：总结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6005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在任务完成后进行复盘和总结，梳理经验教训，为后续优化提供参考。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