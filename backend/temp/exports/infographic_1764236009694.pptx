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05852"/>
            <a:ext cx="8686800" cy="29317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" y="131819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2533" b="1">
                <a:solidFill>
                  <a:srgbClr val="1783F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31819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2533" b="1">
                <a:solidFill>
                  <a:srgbClr val="00C9C9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31819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2533" b="1">
                <a:solidFill>
                  <a:srgbClr val="F0884D"/>
                </a:solidFill>
                <a:latin typeface="微软雅黑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