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57" y="228600"/>
            <a:ext cx="6827884" cy="468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