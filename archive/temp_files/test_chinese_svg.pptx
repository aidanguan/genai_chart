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/>
  <Relationship Id="rId2" Type="http://schemas.openxmlformats.org/officeDocument/2006/relationships/image" Target="../media/image1.svg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VG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1447800" y="228600"/>
            <a:ext cx="6248400" cy="46862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