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28600"/>
            <a:ext cx="6248400" cy="4686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